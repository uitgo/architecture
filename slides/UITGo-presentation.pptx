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https://courses.uit.edu.vn/user/profile.php?id=33381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757405" y="2271081"/>
            <a:ext cx="10773189" cy="276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04"/>
              </a:lnSpc>
              <a:spcBef>
                <a:spcPct val="0"/>
              </a:spcBef>
            </a:pPr>
            <a:r>
              <a:rPr lang="en-US" b="true" sz="14360">
                <a:solidFill>
                  <a:srgbClr val="3A6A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UITGO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21526" y="5217573"/>
            <a:ext cx="6318820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1F2020"/>
                </a:solidFill>
                <a:latin typeface="Calibri (MS)"/>
                <a:ea typeface="Calibri (MS)"/>
                <a:cs typeface="Calibri (MS)"/>
                <a:sym typeface="Calibri (MS)"/>
              </a:rPr>
              <a:t>GVHD: </a:t>
            </a:r>
            <a:r>
              <a:rPr lang="en-US" sz="3199">
                <a:solidFill>
                  <a:srgbClr val="1F2020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courses.uit.edu.vn/user/profile.php?id=33381"/>
              </a:rPr>
              <a:t>Lê Văn Tuấn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3197" y="7450673"/>
            <a:ext cx="6318820" cy="27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F2020"/>
                </a:solidFill>
                <a:latin typeface="Calibri (MS)"/>
                <a:ea typeface="Calibri (MS)"/>
                <a:cs typeface="Calibri (MS)"/>
                <a:sym typeface="Calibri (MS)"/>
              </a:rPr>
              <a:t>23521564 - Trần Lê Uyên Thy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F2020"/>
                </a:solidFill>
                <a:latin typeface="Calibri (MS)"/>
                <a:ea typeface="Calibri (MS)"/>
                <a:cs typeface="Calibri (MS)"/>
                <a:sym typeface="Calibri (MS)"/>
              </a:rPr>
              <a:t>23520434 - Nguyễn Trương Ngọc Hân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F2020"/>
                </a:solidFill>
                <a:latin typeface="Calibri (MS)"/>
                <a:ea typeface="Calibri (MS)"/>
                <a:cs typeface="Calibri (MS)"/>
                <a:sym typeface="Calibri (MS)"/>
              </a:rPr>
              <a:t>23520286 - Phạm Thị Kiều Diễm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295" y="-2149242"/>
            <a:ext cx="14585483" cy="145854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616796" y="-529054"/>
            <a:ext cx="12531371" cy="12515707"/>
          </a:xfrm>
          <a:custGeom>
            <a:avLst/>
            <a:gdLst/>
            <a:ahLst/>
            <a:cxnLst/>
            <a:rect r="r" b="b" t="t" l="l"/>
            <a:pathLst>
              <a:path h="12515707" w="12531371">
                <a:moveTo>
                  <a:pt x="0" y="0"/>
                </a:moveTo>
                <a:lnTo>
                  <a:pt x="12531370" y="0"/>
                </a:lnTo>
                <a:lnTo>
                  <a:pt x="12531370" y="12515706"/>
                </a:lnTo>
                <a:lnTo>
                  <a:pt x="0" y="12515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908961" y="-1029908"/>
            <a:ext cx="12346817" cy="123468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172297" y="3621451"/>
            <a:ext cx="1751466" cy="1692354"/>
          </a:xfrm>
          <a:custGeom>
            <a:avLst/>
            <a:gdLst/>
            <a:ahLst/>
            <a:cxnLst/>
            <a:rect r="r" b="b" t="t" l="l"/>
            <a:pathLst>
              <a:path h="1692354" w="1751466">
                <a:moveTo>
                  <a:pt x="0" y="0"/>
                </a:moveTo>
                <a:lnTo>
                  <a:pt x="1751466" y="0"/>
                </a:lnTo>
                <a:lnTo>
                  <a:pt x="1751466" y="1692354"/>
                </a:lnTo>
                <a:lnTo>
                  <a:pt x="0" y="1692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94837" y="3286599"/>
            <a:ext cx="2837376" cy="2507531"/>
          </a:xfrm>
          <a:custGeom>
            <a:avLst/>
            <a:gdLst/>
            <a:ahLst/>
            <a:cxnLst/>
            <a:rect r="r" b="b" t="t" l="l"/>
            <a:pathLst>
              <a:path h="2507531" w="2837376">
                <a:moveTo>
                  <a:pt x="0" y="0"/>
                </a:moveTo>
                <a:lnTo>
                  <a:pt x="2837376" y="0"/>
                </a:lnTo>
                <a:lnTo>
                  <a:pt x="2837376" y="2507531"/>
                </a:lnTo>
                <a:lnTo>
                  <a:pt x="0" y="2507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29047" y="3575238"/>
            <a:ext cx="1930253" cy="1930253"/>
          </a:xfrm>
          <a:custGeom>
            <a:avLst/>
            <a:gdLst/>
            <a:ahLst/>
            <a:cxnLst/>
            <a:rect r="r" b="b" t="t" l="l"/>
            <a:pathLst>
              <a:path h="1930253" w="1930253">
                <a:moveTo>
                  <a:pt x="0" y="0"/>
                </a:moveTo>
                <a:lnTo>
                  <a:pt x="1930253" y="0"/>
                </a:lnTo>
                <a:lnTo>
                  <a:pt x="1930253" y="1930253"/>
                </a:lnTo>
                <a:lnTo>
                  <a:pt x="0" y="1930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73622" y="7257067"/>
            <a:ext cx="5879807" cy="3917422"/>
          </a:xfrm>
          <a:custGeom>
            <a:avLst/>
            <a:gdLst/>
            <a:ahLst/>
            <a:cxnLst/>
            <a:rect r="r" b="b" t="t" l="l"/>
            <a:pathLst>
              <a:path h="3917422" w="5879807">
                <a:moveTo>
                  <a:pt x="0" y="0"/>
                </a:moveTo>
                <a:lnTo>
                  <a:pt x="5879807" y="0"/>
                </a:lnTo>
                <a:lnTo>
                  <a:pt x="5879807" y="3917422"/>
                </a:lnTo>
                <a:lnTo>
                  <a:pt x="0" y="391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65827" y="6199293"/>
            <a:ext cx="6768914" cy="2259125"/>
          </a:xfrm>
          <a:custGeom>
            <a:avLst/>
            <a:gdLst/>
            <a:ahLst/>
            <a:cxnLst/>
            <a:rect r="r" b="b" t="t" l="l"/>
            <a:pathLst>
              <a:path h="2259125" w="6768914">
                <a:moveTo>
                  <a:pt x="0" y="0"/>
                </a:moveTo>
                <a:lnTo>
                  <a:pt x="6768914" y="0"/>
                </a:lnTo>
                <a:lnTo>
                  <a:pt x="6768914" y="2259125"/>
                </a:lnTo>
                <a:lnTo>
                  <a:pt x="0" y="2259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36077" y="6301262"/>
            <a:ext cx="3823223" cy="1911612"/>
          </a:xfrm>
          <a:custGeom>
            <a:avLst/>
            <a:gdLst/>
            <a:ahLst/>
            <a:cxnLst/>
            <a:rect r="r" b="b" t="t" l="l"/>
            <a:pathLst>
              <a:path h="1911612" w="3823223">
                <a:moveTo>
                  <a:pt x="0" y="0"/>
                </a:moveTo>
                <a:lnTo>
                  <a:pt x="3823223" y="0"/>
                </a:lnTo>
                <a:lnTo>
                  <a:pt x="3823223" y="1911611"/>
                </a:lnTo>
                <a:lnTo>
                  <a:pt x="0" y="19116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5696" y="3573916"/>
            <a:ext cx="4842721" cy="2834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5"/>
              </a:lnSpc>
              <a:spcBef>
                <a:spcPct val="0"/>
              </a:spcBef>
            </a:pPr>
            <a:r>
              <a:rPr lang="en-US" b="true" sz="76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Tổng quan hệ thống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57189" y="500853"/>
            <a:ext cx="8112673" cy="2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UITGo</a:t>
            </a: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là hệ thống gọi xe theo kiến trúc microservices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Hỗ trợ: xác thực, quản lý người dùng, đặt chuyến, tìm tài xế real-time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Công nghệ: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8988" y="2080311"/>
            <a:ext cx="17778696" cy="6378107"/>
          </a:xfrm>
          <a:custGeom>
            <a:avLst/>
            <a:gdLst/>
            <a:ahLst/>
            <a:cxnLst/>
            <a:rect r="r" b="b" t="t" l="l"/>
            <a:pathLst>
              <a:path h="6378107" w="17778696">
                <a:moveTo>
                  <a:pt x="0" y="0"/>
                </a:moveTo>
                <a:lnTo>
                  <a:pt x="17778696" y="0"/>
                </a:lnTo>
                <a:lnTo>
                  <a:pt x="17778696" y="6378107"/>
                </a:lnTo>
                <a:lnTo>
                  <a:pt x="0" y="637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8265" y="295757"/>
            <a:ext cx="5493335" cy="8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Kiến trúc tổng thể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93841" y="514350"/>
            <a:ext cx="5500318" cy="9258300"/>
          </a:xfrm>
          <a:custGeom>
            <a:avLst/>
            <a:gdLst/>
            <a:ahLst/>
            <a:cxnLst/>
            <a:rect r="r" b="b" t="t" l="l"/>
            <a:pathLst>
              <a:path h="9258300" w="5500318">
                <a:moveTo>
                  <a:pt x="0" y="0"/>
                </a:moveTo>
                <a:lnTo>
                  <a:pt x="5500318" y="0"/>
                </a:lnTo>
                <a:lnTo>
                  <a:pt x="550031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8265" y="295757"/>
            <a:ext cx="2907883" cy="165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Sơ đồ Luồng Auth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96457" y="233603"/>
            <a:ext cx="9095085" cy="9819793"/>
          </a:xfrm>
          <a:custGeom>
            <a:avLst/>
            <a:gdLst/>
            <a:ahLst/>
            <a:cxnLst/>
            <a:rect r="r" b="b" t="t" l="l"/>
            <a:pathLst>
              <a:path h="9819793" w="9095085">
                <a:moveTo>
                  <a:pt x="0" y="0"/>
                </a:moveTo>
                <a:lnTo>
                  <a:pt x="9095086" y="0"/>
                </a:lnTo>
                <a:lnTo>
                  <a:pt x="9095086" y="9819794"/>
                </a:lnTo>
                <a:lnTo>
                  <a:pt x="0" y="9819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8265" y="295757"/>
            <a:ext cx="2907883" cy="165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Sơ đồ Luồng 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13985" y="914124"/>
            <a:ext cx="11708456" cy="8655638"/>
          </a:xfrm>
          <a:custGeom>
            <a:avLst/>
            <a:gdLst/>
            <a:ahLst/>
            <a:cxnLst/>
            <a:rect r="r" b="b" t="t" l="l"/>
            <a:pathLst>
              <a:path h="8655638" w="11708456">
                <a:moveTo>
                  <a:pt x="0" y="0"/>
                </a:moveTo>
                <a:lnTo>
                  <a:pt x="11708456" y="0"/>
                </a:lnTo>
                <a:lnTo>
                  <a:pt x="11708456" y="8655638"/>
                </a:lnTo>
                <a:lnTo>
                  <a:pt x="0" y="8655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8265" y="295757"/>
            <a:ext cx="2801852" cy="24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Sơ đồ Luồng Driver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85182" y="2246703"/>
            <a:ext cx="7627987" cy="6502085"/>
          </a:xfrm>
          <a:custGeom>
            <a:avLst/>
            <a:gdLst/>
            <a:ahLst/>
            <a:cxnLst/>
            <a:rect r="r" b="b" t="t" l="l"/>
            <a:pathLst>
              <a:path h="6502085" w="7627987">
                <a:moveTo>
                  <a:pt x="0" y="0"/>
                </a:moveTo>
                <a:lnTo>
                  <a:pt x="7627986" y="0"/>
                </a:lnTo>
                <a:lnTo>
                  <a:pt x="7627986" y="6502085"/>
                </a:lnTo>
                <a:lnTo>
                  <a:pt x="0" y="6502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2956" y="1929600"/>
            <a:ext cx="7445951" cy="6819188"/>
          </a:xfrm>
          <a:custGeom>
            <a:avLst/>
            <a:gdLst/>
            <a:ahLst/>
            <a:cxnLst/>
            <a:rect r="r" b="b" t="t" l="l"/>
            <a:pathLst>
              <a:path h="6819188" w="7445951">
                <a:moveTo>
                  <a:pt x="0" y="0"/>
                </a:moveTo>
                <a:lnTo>
                  <a:pt x="7445951" y="0"/>
                </a:lnTo>
                <a:lnTo>
                  <a:pt x="7445951" y="6819188"/>
                </a:lnTo>
                <a:lnTo>
                  <a:pt x="0" y="6819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8265" y="295757"/>
            <a:ext cx="16531035" cy="8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Sơ đồ Luồng Trip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6086" y="235837"/>
            <a:ext cx="4915828" cy="9815325"/>
          </a:xfrm>
          <a:custGeom>
            <a:avLst/>
            <a:gdLst/>
            <a:ahLst/>
            <a:cxnLst/>
            <a:rect r="r" b="b" t="t" l="l"/>
            <a:pathLst>
              <a:path h="9815325" w="4915828">
                <a:moveTo>
                  <a:pt x="0" y="0"/>
                </a:moveTo>
                <a:lnTo>
                  <a:pt x="4915828" y="0"/>
                </a:lnTo>
                <a:lnTo>
                  <a:pt x="4915828" y="9815326"/>
                </a:lnTo>
                <a:lnTo>
                  <a:pt x="0" y="981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8265" y="295757"/>
            <a:ext cx="1357595" cy="8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IaC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7565" y="515051"/>
            <a:ext cx="11764388" cy="8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Phân tích Module chuyên sâu: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7565" y="1768104"/>
            <a:ext cx="15211773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ập trung tối ưu 2 luồng cốt lõi (Đặt chuyến &amp; Cập nhật vị trí) bằng cách áp dụng các pattern tiên tiến: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CQRS: Tách Write (trip-command) và Read (trip-query) để scale độc lập.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Redis Geo: Dùng để tìm tài xế gần nhất (GEORADIUS), thay thế truy vấn DB quan hệ.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Sharding (Region): Chia luồng driver-stream theo HCM/HN để quản lý tải và giảm độ trễ.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Event Streaming: Kafka làm xương sống cho luồng cập nhật vị trí write-heavy.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Caching: Redis Cache (TTL 60s) cho các API đọc (GET /trips/:id).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73086" y="1380281"/>
          <a:ext cx="7543800" cy="2514600"/>
        </p:xfrm>
        <a:graphic>
          <a:graphicData uri="http://schemas.openxmlformats.org/presentationml/2006/ole">
            <p:oleObj imgW="9042400" imgH="4013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086" y="163470"/>
            <a:ext cx="11764388" cy="8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Phân tích Module chuyên sâu: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21691"/>
            <a:ext cx="4597253" cy="2121809"/>
          </a:xfrm>
          <a:custGeom>
            <a:avLst/>
            <a:gdLst/>
            <a:ahLst/>
            <a:cxnLst/>
            <a:rect r="r" b="b" t="t" l="l"/>
            <a:pathLst>
              <a:path h="2121809" w="4597253">
                <a:moveTo>
                  <a:pt x="0" y="0"/>
                </a:moveTo>
                <a:lnTo>
                  <a:pt x="4597253" y="0"/>
                </a:lnTo>
                <a:lnTo>
                  <a:pt x="4597253" y="2121809"/>
                </a:lnTo>
                <a:lnTo>
                  <a:pt x="0" y="2121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138696"/>
            <a:ext cx="4858037" cy="2410801"/>
          </a:xfrm>
          <a:custGeom>
            <a:avLst/>
            <a:gdLst/>
            <a:ahLst/>
            <a:cxnLst/>
            <a:rect r="r" b="b" t="t" l="l"/>
            <a:pathLst>
              <a:path h="2410801" w="4858037">
                <a:moveTo>
                  <a:pt x="0" y="0"/>
                </a:moveTo>
                <a:lnTo>
                  <a:pt x="4858037" y="0"/>
                </a:lnTo>
                <a:lnTo>
                  <a:pt x="4858037" y="2410801"/>
                </a:lnTo>
                <a:lnTo>
                  <a:pt x="0" y="2410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37807" y="2576402"/>
            <a:ext cx="3012387" cy="3012387"/>
          </a:xfrm>
          <a:custGeom>
            <a:avLst/>
            <a:gdLst/>
            <a:ahLst/>
            <a:cxnLst/>
            <a:rect r="r" b="b" t="t" l="l"/>
            <a:pathLst>
              <a:path h="3012387" w="3012387">
                <a:moveTo>
                  <a:pt x="0" y="0"/>
                </a:moveTo>
                <a:lnTo>
                  <a:pt x="3012386" y="0"/>
                </a:lnTo>
                <a:lnTo>
                  <a:pt x="3012386" y="3012387"/>
                </a:lnTo>
                <a:lnTo>
                  <a:pt x="0" y="301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64087" y="5829483"/>
            <a:ext cx="5959826" cy="3029226"/>
          </a:xfrm>
          <a:custGeom>
            <a:avLst/>
            <a:gdLst/>
            <a:ahLst/>
            <a:cxnLst/>
            <a:rect r="r" b="b" t="t" l="l"/>
            <a:pathLst>
              <a:path h="3029226" w="5959826">
                <a:moveTo>
                  <a:pt x="0" y="0"/>
                </a:moveTo>
                <a:lnTo>
                  <a:pt x="5959826" y="0"/>
                </a:lnTo>
                <a:lnTo>
                  <a:pt x="5959826" y="3029226"/>
                </a:lnTo>
                <a:lnTo>
                  <a:pt x="0" y="3029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14901" y="2880414"/>
            <a:ext cx="2404363" cy="2404363"/>
          </a:xfrm>
          <a:custGeom>
            <a:avLst/>
            <a:gdLst/>
            <a:ahLst/>
            <a:cxnLst/>
            <a:rect r="r" b="b" t="t" l="l"/>
            <a:pathLst>
              <a:path h="2404363" w="2404363">
                <a:moveTo>
                  <a:pt x="0" y="0"/>
                </a:moveTo>
                <a:lnTo>
                  <a:pt x="2404363" y="0"/>
                </a:lnTo>
                <a:lnTo>
                  <a:pt x="2404363" y="2404363"/>
                </a:lnTo>
                <a:lnTo>
                  <a:pt x="0" y="240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565" y="515051"/>
            <a:ext cx="11764388" cy="8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Tổng hợp Các quyết định thiết kế và Trade-off: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418984" y="1370899"/>
          <a:ext cx="5657850" cy="3143250"/>
        </p:xfrm>
        <a:graphic>
          <a:graphicData uri="http://schemas.openxmlformats.org/presentationml/2006/ole">
            <p:oleObj imgW="6781800" imgH="4267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00150" y="172851"/>
            <a:ext cx="7595905" cy="8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Thách thức &amp; bài học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08163" y="1523406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163" y="510360"/>
            <a:ext cx="11764388" cy="8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Kết quả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08163" y="1375590"/>
          <a:ext cx="5657850" cy="3143250"/>
        </p:xfrm>
        <a:graphic>
          <a:graphicData uri="http://schemas.openxmlformats.org/presentationml/2006/ole">
            <p:oleObj imgW="6781800" imgH="4267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163" y="163470"/>
            <a:ext cx="11764388" cy="8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Hướng phát triển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74380" y="8691638"/>
            <a:ext cx="442747" cy="2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92826" y="1028700"/>
            <a:ext cx="13648016" cy="136480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13602" y="2544752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340216" y="2076089"/>
            <a:ext cx="11553237" cy="1155323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49114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10448" y="6368821"/>
            <a:ext cx="1634041" cy="16340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2059083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64756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126089" y="6368821"/>
            <a:ext cx="1634041" cy="16340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74724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1" y="0"/>
                </a:lnTo>
                <a:lnTo>
                  <a:pt x="336771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955480" y="5210209"/>
            <a:ext cx="6322709" cy="389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9"/>
              </a:lnSpc>
            </a:pPr>
            <a:r>
              <a:rPr lang="en-US" sz="13601" b="true">
                <a:solidFill>
                  <a:srgbClr val="3A6A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</a:t>
            </a:r>
          </a:p>
          <a:p>
            <a:pPr algn="ctr">
              <a:lnSpc>
                <a:spcPts val="14009"/>
              </a:lnSpc>
            </a:pPr>
            <a:r>
              <a:rPr lang="en-US" b="true" sz="13601">
                <a:solidFill>
                  <a:srgbClr val="3A6A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DAG6GKBFO8c</dc:identifier>
  <dcterms:modified xsi:type="dcterms:W3CDTF">2011-08-01T06:04:30Z</dcterms:modified>
  <cp:revision>1</cp:revision>
  <dc:title>Bản sao của Blue White Modern Pitch Deck Presentation</dc:title>
</cp:coreProperties>
</file>